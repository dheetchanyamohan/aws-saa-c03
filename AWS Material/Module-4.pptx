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9" r:id="rId3"/>
    <p:sldId id="257" r:id="rId4"/>
    <p:sldId id="258" r:id="rId5"/>
    <p:sldId id="259" r:id="rId6"/>
    <p:sldId id="260" r:id="rId7"/>
    <p:sldId id="28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8" r:id="rId17"/>
    <p:sldId id="279" r:id="rId18"/>
    <p:sldId id="280" r:id="rId19"/>
    <p:sldId id="271" r:id="rId20"/>
    <p:sldId id="281" r:id="rId21"/>
    <p:sldId id="282" r:id="rId22"/>
    <p:sldId id="283" r:id="rId23"/>
    <p:sldId id="284" r:id="rId24"/>
    <p:sldId id="285" r:id="rId25"/>
    <p:sldId id="286" r:id="rId26"/>
    <p:sldId id="272" r:id="rId27"/>
    <p:sldId id="273" r:id="rId28"/>
    <p:sldId id="274" r:id="rId29"/>
    <p:sldId id="275" r:id="rId30"/>
    <p:sldId id="276" r:id="rId31"/>
    <p:sldId id="277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C7E70F-898C-451E-BB54-D27259E90AA1}" v="1" dt="2025-08-25T04:33:44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7930" autoAdjust="0"/>
    <p:restoredTop sz="94660"/>
  </p:normalViewPr>
  <p:slideViewPr>
    <p:cSldViewPr>
      <p:cViewPr varScale="1">
        <p:scale>
          <a:sx n="59" d="100"/>
          <a:sy n="59" d="100"/>
        </p:scale>
        <p:origin x="79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deep Krishnadoss" userId="0f0e1dbbbd1daf0c" providerId="LiveId" clId="{A8C7E70F-898C-451E-BB54-D27259E90AA1}"/>
    <pc:docChg chg="custSel addSld modSld">
      <pc:chgData name="Pradeep Krishnadoss" userId="0f0e1dbbbd1daf0c" providerId="LiveId" clId="{A8C7E70F-898C-451E-BB54-D27259E90AA1}" dt="2025-08-28T03:08:46.106" v="6" actId="20577"/>
      <pc:docMkLst>
        <pc:docMk/>
      </pc:docMkLst>
      <pc:sldChg chg="modSp mod">
        <pc:chgData name="Pradeep Krishnadoss" userId="0f0e1dbbbd1daf0c" providerId="LiveId" clId="{A8C7E70F-898C-451E-BB54-D27259E90AA1}" dt="2025-08-28T03:08:20.380" v="2" actId="20577"/>
        <pc:sldMkLst>
          <pc:docMk/>
          <pc:sldMk cId="1179095772" sldId="282"/>
        </pc:sldMkLst>
        <pc:spChg chg="mod">
          <ac:chgData name="Pradeep Krishnadoss" userId="0f0e1dbbbd1daf0c" providerId="LiveId" clId="{A8C7E70F-898C-451E-BB54-D27259E90AA1}" dt="2025-08-28T03:08:20.380" v="2" actId="20577"/>
          <ac:spMkLst>
            <pc:docMk/>
            <pc:sldMk cId="1179095772" sldId="282"/>
            <ac:spMk id="3" creationId="{00000000-0000-0000-0000-000000000000}"/>
          </ac:spMkLst>
        </pc:spChg>
      </pc:sldChg>
      <pc:sldChg chg="modSp mod">
        <pc:chgData name="Pradeep Krishnadoss" userId="0f0e1dbbbd1daf0c" providerId="LiveId" clId="{A8C7E70F-898C-451E-BB54-D27259E90AA1}" dt="2025-08-28T03:08:46.106" v="6" actId="20577"/>
        <pc:sldMkLst>
          <pc:docMk/>
          <pc:sldMk cId="494233907" sldId="283"/>
        </pc:sldMkLst>
        <pc:spChg chg="mod">
          <ac:chgData name="Pradeep Krishnadoss" userId="0f0e1dbbbd1daf0c" providerId="LiveId" clId="{A8C7E70F-898C-451E-BB54-D27259E90AA1}" dt="2025-08-28T03:08:46.106" v="6" actId="20577"/>
          <ac:spMkLst>
            <pc:docMk/>
            <pc:sldMk cId="494233907" sldId="283"/>
            <ac:spMk id="3" creationId="{00000000-0000-0000-0000-000000000000}"/>
          </ac:spMkLst>
        </pc:spChg>
      </pc:sldChg>
      <pc:sldChg chg="addSp delSp modSp new">
        <pc:chgData name="Pradeep Krishnadoss" userId="0f0e1dbbbd1daf0c" providerId="LiveId" clId="{A8C7E70F-898C-451E-BB54-D27259E90AA1}" dt="2025-08-25T04:33:44.553" v="1"/>
        <pc:sldMkLst>
          <pc:docMk/>
          <pc:sldMk cId="4016611082" sldId="289"/>
        </pc:sldMkLst>
        <pc:picChg chg="add mod">
          <ac:chgData name="Pradeep Krishnadoss" userId="0f0e1dbbbd1daf0c" providerId="LiveId" clId="{A8C7E70F-898C-451E-BB54-D27259E90AA1}" dt="2025-08-25T04:33:44.553" v="1"/>
          <ac:picMkLst>
            <pc:docMk/>
            <pc:sldMk cId="4016611082" sldId="289"/>
            <ac:picMk id="4" creationId="{F66187C4-B743-EE2E-A2F9-0A4BED7179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3B458-926A-402E-B408-C2FE34C46B1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E8250-0718-4878-90F8-E8B5068F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61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8250-0718-4878-90F8-E8B5068FF2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68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37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0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83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8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66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73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2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19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8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D2337-4F42-4CDF-8B7C-530F746B801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8C6D0-0C9C-4565-8AD9-459972718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80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Module-4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AWS Database Services </a:t>
            </a:r>
            <a:r>
              <a:rPr lang="en-IN" dirty="0"/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2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AWS Database </a:t>
            </a:r>
            <a:r>
              <a:rPr lang="en-IN" dirty="0" err="1"/>
              <a:t>ServiceS</a:t>
            </a:r>
            <a:r>
              <a:rPr lang="en-IN" dirty="0"/>
              <a:t>, Amazon RDS (Relational Database Service), RDS Multi-AZ Deployments, RDS Read Replicas, Amazon Aurora, Amazon </a:t>
            </a:r>
            <a:r>
              <a:rPr lang="en-IN" dirty="0" err="1"/>
              <a:t>DynamoDB</a:t>
            </a:r>
            <a:r>
              <a:rPr lang="en-IN" dirty="0"/>
              <a:t>, </a:t>
            </a:r>
            <a:r>
              <a:rPr lang="en-IN" dirty="0" err="1"/>
              <a:t>DynamoDB</a:t>
            </a:r>
            <a:r>
              <a:rPr lang="en-IN" dirty="0"/>
              <a:t> Streams</a:t>
            </a:r>
          </a:p>
        </p:txBody>
      </p:sp>
    </p:spTree>
    <p:extLst>
      <p:ext uri="{BB962C8B-B14F-4D97-AF65-F5344CB8AC3E}">
        <p14:creationId xmlns:p14="http://schemas.microsoft.com/office/powerpoint/2010/main" val="410061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Database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 Relational Database Service (RDS)	</a:t>
            </a:r>
          </a:p>
          <a:p>
            <a:r>
              <a:rPr lang="en-IN" dirty="0"/>
              <a:t> Amazon Aurora</a:t>
            </a:r>
          </a:p>
          <a:p>
            <a:r>
              <a:rPr lang="en-IN" dirty="0"/>
              <a:t>Amazon </a:t>
            </a:r>
            <a:r>
              <a:rPr lang="en-IN" dirty="0" err="1"/>
              <a:t>DynamoDB</a:t>
            </a:r>
            <a:r>
              <a:rPr lang="en-IN" dirty="0"/>
              <a:t> 	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12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is a collection of organized data that is stored electronically in a computer system. The purpose of a database is to make data easier to manage and access.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00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Unmanaged versus managed services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28979"/>
            <a:ext cx="8229600" cy="3868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5953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of 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maintenance and energy </a:t>
            </a:r>
          </a:p>
          <a:p>
            <a:r>
              <a:rPr lang="en-IN" dirty="0"/>
              <a:t>Software installation and patches</a:t>
            </a:r>
          </a:p>
          <a:p>
            <a:r>
              <a:rPr lang="en-US" dirty="0"/>
              <a:t> Database backups and high availability</a:t>
            </a:r>
          </a:p>
          <a:p>
            <a:r>
              <a:rPr lang="en-IN" dirty="0"/>
              <a:t> Limits on scalability</a:t>
            </a:r>
          </a:p>
          <a:p>
            <a:r>
              <a:rPr lang="en-IN" dirty="0"/>
              <a:t> Data security</a:t>
            </a:r>
          </a:p>
          <a:p>
            <a:r>
              <a:rPr lang="en-US" dirty="0"/>
              <a:t>Operating system (OS) installation and patches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11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4AE8-0B91-C13A-3CB9-EE56F424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6187C4-B743-EE2E-A2F9-0A4BED7179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21801"/>
            <a:ext cx="8229600" cy="3682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661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13233"/>
            <a:ext cx="8229600" cy="2899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259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0649"/>
            <a:ext cx="8229600" cy="4365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76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Managed services responsibilities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6901"/>
            <a:ext cx="8229600" cy="3512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42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77925"/>
            <a:ext cx="8991600" cy="450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59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Amazon RDS in a virtual private cloud (VPC)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8" y="1878704"/>
            <a:ext cx="8058564" cy="396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040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availability with Multi-AZ deployment (2 of 2)</a:t>
            </a:r>
            <a:endParaRPr lang="en-IN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9539"/>
            <a:ext cx="8229600" cy="406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21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Amazon RDS read replicas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37541"/>
            <a:ext cx="8229600" cy="365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0734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09000"/>
            <a:ext cx="8229600" cy="370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732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Mysql</a:t>
            </a:r>
            <a:r>
              <a:rPr lang="en-US" dirty="0"/>
              <a:t> connect with </a:t>
            </a:r>
            <a:r>
              <a:rPr lang="en-US" dirty="0" err="1"/>
              <a:t>mysql</a:t>
            </a:r>
            <a:r>
              <a:rPr lang="en-US" dirty="0"/>
              <a:t> workbench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9240"/>
            <a:ext cx="8229600" cy="4307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18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80" y="1600200"/>
            <a:ext cx="721724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606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84219"/>
            <a:ext cx="8229600" cy="355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928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Aurora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21144"/>
            <a:ext cx="8229600" cy="3684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07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Aurora is proprietary technology from AWS.</a:t>
            </a:r>
          </a:p>
          <a:p>
            <a:r>
              <a:rPr lang="en-US" dirty="0" err="1"/>
              <a:t>Mysql</a:t>
            </a:r>
            <a:r>
              <a:rPr lang="en-US" dirty="0"/>
              <a:t> and Postgres are both supported as Aurora DB.</a:t>
            </a:r>
          </a:p>
          <a:p>
            <a:r>
              <a:rPr lang="en-US" dirty="0"/>
              <a:t>Storage automatically grows increments of 10 GB to 64 TB.</a:t>
            </a:r>
          </a:p>
          <a:p>
            <a:r>
              <a:rPr lang="en-US" dirty="0"/>
              <a:t>Aurora cost more than RDS(20 % more) but more efficient.</a:t>
            </a:r>
          </a:p>
          <a:p>
            <a:r>
              <a:rPr lang="en-US" dirty="0"/>
              <a:t>Not in the free tier.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795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and Scalability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Aurora is “ AWS cloud optimized” and claims 5X </a:t>
            </a:r>
            <a:r>
              <a:rPr lang="en-US" dirty="0" err="1"/>
              <a:t>performacne</a:t>
            </a:r>
            <a:r>
              <a:rPr lang="en-US" dirty="0"/>
              <a:t> improvement over </a:t>
            </a:r>
            <a:r>
              <a:rPr lang="en-US" dirty="0" err="1"/>
              <a:t>Mysql</a:t>
            </a:r>
            <a:r>
              <a:rPr lang="en-US" dirty="0"/>
              <a:t> on RDS</a:t>
            </a:r>
          </a:p>
          <a:p>
            <a:r>
              <a:rPr lang="en-US" dirty="0"/>
              <a:t>3X </a:t>
            </a:r>
            <a:r>
              <a:rPr lang="en-US" dirty="0" err="1"/>
              <a:t>performacne</a:t>
            </a:r>
            <a:r>
              <a:rPr lang="en-US" dirty="0"/>
              <a:t> improvement over </a:t>
            </a:r>
            <a:r>
              <a:rPr lang="en-US" dirty="0" err="1"/>
              <a:t>Postgre</a:t>
            </a:r>
            <a:r>
              <a:rPr lang="en-US" dirty="0"/>
              <a:t> on RDS.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095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 and durability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99.99% Availability.</a:t>
            </a:r>
          </a:p>
          <a:p>
            <a:r>
              <a:rPr lang="en-US" dirty="0"/>
              <a:t>Replicating 6 copies of data across 3AZ and backup data continuously to Amazon S3.</a:t>
            </a:r>
          </a:p>
          <a:p>
            <a:r>
              <a:rPr lang="en-US" dirty="0"/>
              <a:t>Transparently recovers from physical storage failure.</a:t>
            </a:r>
          </a:p>
          <a:p>
            <a:r>
              <a:rPr lang="en-US" dirty="0"/>
              <a:t>Instance backup takes less than 30 seconds without any </a:t>
            </a:r>
            <a:r>
              <a:rPr lang="en-US"/>
              <a:t>data loss.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233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Highly Secure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VPC used for network isolation.</a:t>
            </a:r>
          </a:p>
          <a:p>
            <a:r>
              <a:rPr lang="en-US" dirty="0"/>
              <a:t>Data transfer happened by AWS KMS key encryption( </a:t>
            </a:r>
            <a:r>
              <a:rPr lang="en-US" dirty="0" err="1"/>
              <a:t>snaphot</a:t>
            </a:r>
            <a:r>
              <a:rPr lang="en-US" dirty="0"/>
              <a:t> / backup)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662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&amp; Postgres Compatible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migrate from this to Amazon Aurora.</a:t>
            </a:r>
          </a:p>
          <a:p>
            <a:r>
              <a:rPr lang="en-US" dirty="0"/>
              <a:t>Import/Export completely manageable.</a:t>
            </a:r>
          </a:p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96952"/>
            <a:ext cx="6781800" cy="311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876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Managed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provisioning</a:t>
            </a:r>
          </a:p>
          <a:p>
            <a:r>
              <a:rPr lang="en-US" dirty="0"/>
              <a:t>Software patching </a:t>
            </a:r>
          </a:p>
          <a:p>
            <a:r>
              <a:rPr lang="en-US" dirty="0"/>
              <a:t>DB setup</a:t>
            </a:r>
          </a:p>
          <a:p>
            <a:r>
              <a:rPr lang="en-US" dirty="0"/>
              <a:t>Configuration.</a:t>
            </a:r>
          </a:p>
          <a:p>
            <a:r>
              <a:rPr lang="en-US" dirty="0"/>
              <a:t>Backup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418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757" y="1935857"/>
            <a:ext cx="6534486" cy="3854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1899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availability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9" y="2031112"/>
            <a:ext cx="8217322" cy="36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384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Resilient design</a:t>
            </a:r>
            <a:br>
              <a:rPr lang="en-IN" dirty="0"/>
            </a:br>
            <a:r>
              <a:rPr lang="en-IN" dirty="0"/>
              <a:t>(Ex.</a:t>
            </a:r>
            <a:r>
              <a:rPr lang="en-US" dirty="0"/>
              <a:t>quickly recover from disruptions like natural disasters)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76715"/>
            <a:ext cx="8229600" cy="3172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024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Amazon </a:t>
            </a:r>
            <a:r>
              <a:rPr lang="en-IN" dirty="0" err="1"/>
              <a:t>DynamoDB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Relational versus non-relational databases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2420888"/>
            <a:ext cx="876935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114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Relational Databases (RDBMS)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Examples in AWS: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Amazon RDS (MySQL, PostgreSQL, </a:t>
            </a:r>
            <a:r>
              <a:rPr lang="en-IN" dirty="0" err="1">
                <a:solidFill>
                  <a:srgbClr val="FF0000"/>
                </a:solidFill>
              </a:rPr>
              <a:t>MariaDB</a:t>
            </a:r>
            <a:r>
              <a:rPr lang="en-IN" dirty="0">
                <a:solidFill>
                  <a:srgbClr val="FF0000"/>
                </a:solidFill>
              </a:rPr>
              <a:t>, Oracle, SQL Server), Amazon Aurora.</a:t>
            </a:r>
          </a:p>
          <a:p>
            <a:r>
              <a:rPr lang="en-IN" b="1" dirty="0"/>
              <a:t>Data Structure:</a:t>
            </a:r>
            <a:r>
              <a:rPr lang="en-IN" dirty="0"/>
              <a:t> Data is organized into </a:t>
            </a:r>
            <a:r>
              <a:rPr lang="en-IN" b="1" dirty="0"/>
              <a:t>tables</a:t>
            </a:r>
            <a:r>
              <a:rPr lang="en-IN" dirty="0"/>
              <a:t> with predefined schemas (rows and columns), supporting structured data and relational models.</a:t>
            </a:r>
          </a:p>
          <a:p>
            <a:r>
              <a:rPr lang="en-IN" b="1" dirty="0"/>
              <a:t>Schema Requirements:</a:t>
            </a:r>
            <a:r>
              <a:rPr lang="en-IN" dirty="0"/>
              <a:t> Requires a fixed schema, meaning data must conform to a defined 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871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Non-Relational Databases (NoSQL)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Examples in AWS: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Amazon </a:t>
            </a:r>
            <a:r>
              <a:rPr lang="en-IN" dirty="0" err="1">
                <a:solidFill>
                  <a:srgbClr val="FF0000"/>
                </a:solidFill>
              </a:rPr>
              <a:t>DynamoDB</a:t>
            </a:r>
            <a:r>
              <a:rPr lang="en-IN" dirty="0">
                <a:solidFill>
                  <a:srgbClr val="FF0000"/>
                </a:solidFill>
              </a:rPr>
              <a:t>, Amazon </a:t>
            </a:r>
            <a:r>
              <a:rPr lang="en-IN" dirty="0" err="1">
                <a:solidFill>
                  <a:srgbClr val="FF0000"/>
                </a:solidFill>
              </a:rPr>
              <a:t>DocumentDB</a:t>
            </a:r>
            <a:r>
              <a:rPr lang="en-IN" dirty="0">
                <a:solidFill>
                  <a:srgbClr val="FF0000"/>
                </a:solidFill>
              </a:rPr>
              <a:t> (MongoDB-compatible), Amazon </a:t>
            </a:r>
            <a:r>
              <a:rPr lang="en-IN" dirty="0" err="1">
                <a:solidFill>
                  <a:srgbClr val="FF0000"/>
                </a:solidFill>
              </a:rPr>
              <a:t>Keyspaces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(for Apache Cassandra).</a:t>
            </a:r>
          </a:p>
          <a:p>
            <a:r>
              <a:rPr lang="en-IN" b="1" dirty="0"/>
              <a:t>Data Structure:</a:t>
            </a:r>
            <a:r>
              <a:rPr lang="en-IN" dirty="0"/>
              <a:t> Flexible data models like </a:t>
            </a:r>
            <a:r>
              <a:rPr lang="en-IN" b="1" dirty="0"/>
              <a:t>key-value</a:t>
            </a:r>
            <a:r>
              <a:rPr lang="en-IN" dirty="0"/>
              <a:t>, </a:t>
            </a:r>
            <a:r>
              <a:rPr lang="en-IN" b="1" dirty="0"/>
              <a:t>document-based</a:t>
            </a:r>
            <a:r>
              <a:rPr lang="en-IN" dirty="0"/>
              <a:t>, </a:t>
            </a:r>
            <a:r>
              <a:rPr lang="en-IN" b="1" dirty="0"/>
              <a:t>wide column</a:t>
            </a:r>
            <a:r>
              <a:rPr lang="en-IN" dirty="0"/>
              <a:t>, or </a:t>
            </a:r>
            <a:r>
              <a:rPr lang="en-IN" b="1" dirty="0"/>
              <a:t>graph</a:t>
            </a:r>
            <a:r>
              <a:rPr lang="en-IN" dirty="0"/>
              <a:t>. Data is typically stored in a </a:t>
            </a:r>
            <a:r>
              <a:rPr lang="en-IN" dirty="0" err="1"/>
              <a:t>denormalized</a:t>
            </a:r>
            <a:r>
              <a:rPr lang="en-IN" dirty="0"/>
              <a:t> format, reducing the need for joins.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783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DynamoDB</a:t>
            </a:r>
            <a:r>
              <a:rPr lang="en-US" dirty="0"/>
              <a:t> Streams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DynamoDB</a:t>
            </a:r>
            <a:r>
              <a:rPr lang="en-US" dirty="0"/>
              <a:t> Streams writes </a:t>
            </a:r>
            <a:r>
              <a:rPr lang="en-US" dirty="0">
                <a:solidFill>
                  <a:srgbClr val="FF0000"/>
                </a:solidFill>
              </a:rPr>
              <a:t>stream records in near-real time</a:t>
            </a:r>
            <a:r>
              <a:rPr lang="en-US" dirty="0"/>
              <a:t> so that you can build applications that consume these streams and take action based on the contents.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368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Accessing </a:t>
            </a:r>
            <a:r>
              <a:rPr lang="en-US" dirty="0" err="1"/>
              <a:t>DynamoDB</a:t>
            </a:r>
            <a:r>
              <a:rPr lang="en-US" dirty="0"/>
              <a:t> and </a:t>
            </a:r>
            <a:r>
              <a:rPr lang="en-US" dirty="0" err="1"/>
              <a:t>DynamoDB</a:t>
            </a:r>
            <a:r>
              <a:rPr lang="en-US" dirty="0"/>
              <a:t> Streams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665" y="1600200"/>
            <a:ext cx="577267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40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C578558CBD2848A6764E8E61586938" ma:contentTypeVersion="3" ma:contentTypeDescription="Create a new document." ma:contentTypeScope="" ma:versionID="a20f87de023f60388342628a35b586f8">
  <xsd:schema xmlns:xsd="http://www.w3.org/2001/XMLSchema" xmlns:xs="http://www.w3.org/2001/XMLSchema" xmlns:p="http://schemas.microsoft.com/office/2006/metadata/properties" xmlns:ns2="22c1bb43-8269-4db6-b87f-a523301c0ac8" targetNamespace="http://schemas.microsoft.com/office/2006/metadata/properties" ma:root="true" ma:fieldsID="2410fb42b016fa2b6125d9ad69c099f7" ns2:_="">
    <xsd:import namespace="22c1bb43-8269-4db6-b87f-a523301c0a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c1bb43-8269-4db6-b87f-a523301c0a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719EFE-CA95-4624-9DD4-35797C40B38B}"/>
</file>

<file path=customXml/itemProps2.xml><?xml version="1.0" encoding="utf-8"?>
<ds:datastoreItem xmlns:ds="http://schemas.openxmlformats.org/officeDocument/2006/customXml" ds:itemID="{B8853918-F596-4CAD-8D75-6F2C1485ACF9}"/>
</file>

<file path=customXml/itemProps3.xml><?xml version="1.0" encoding="utf-8"?>
<ds:datastoreItem xmlns:ds="http://schemas.openxmlformats.org/officeDocument/2006/customXml" ds:itemID="{0CB9F5DF-349C-48E8-A631-6F17CDEC6CF3}"/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508</Words>
  <Application>Microsoft Office PowerPoint</Application>
  <PresentationFormat>On-screen Show (4:3)</PresentationFormat>
  <Paragraphs>67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Module-4</vt:lpstr>
      <vt:lpstr>AWS Database Services</vt:lpstr>
      <vt:lpstr>AWS Database Services</vt:lpstr>
      <vt:lpstr>PowerPoint Presentation</vt:lpstr>
      <vt:lpstr>Unmanaged versus managed services</vt:lpstr>
      <vt:lpstr>Challenges of relational databases</vt:lpstr>
      <vt:lpstr>PowerPoint Presentation</vt:lpstr>
      <vt:lpstr>PowerPoint Presentation</vt:lpstr>
      <vt:lpstr>PowerPoint Presentation</vt:lpstr>
      <vt:lpstr>Managed services responsibilities</vt:lpstr>
      <vt:lpstr>PowerPoint Presentation</vt:lpstr>
      <vt:lpstr>Amazon RDS in a virtual private cloud (VPC)</vt:lpstr>
      <vt:lpstr>High availability with Multi-AZ deployment (2 of 2)</vt:lpstr>
      <vt:lpstr>Amazon RDS read replicas</vt:lpstr>
      <vt:lpstr>Use cases</vt:lpstr>
      <vt:lpstr>Mysql connect with mysql workbench</vt:lpstr>
      <vt:lpstr>PowerPoint Presentation</vt:lpstr>
      <vt:lpstr>PowerPoint Presentation</vt:lpstr>
      <vt:lpstr>Aurora</vt:lpstr>
      <vt:lpstr>PowerPoint Presentation</vt:lpstr>
      <vt:lpstr>High Performance and Scalability</vt:lpstr>
      <vt:lpstr>High Availability and durability</vt:lpstr>
      <vt:lpstr>Highly Secure</vt:lpstr>
      <vt:lpstr>Mysql &amp; Postgres Compatible</vt:lpstr>
      <vt:lpstr>Fully Managed </vt:lpstr>
      <vt:lpstr>Benefits</vt:lpstr>
      <vt:lpstr>High availability</vt:lpstr>
      <vt:lpstr>Resilient design (Ex.quickly recover from disruptions like natural disasters)</vt:lpstr>
      <vt:lpstr>Amazon DynamoDB</vt:lpstr>
      <vt:lpstr>Relational Databases (RDBMS) </vt:lpstr>
      <vt:lpstr>Non-Relational Databases (NoSQL) </vt:lpstr>
      <vt:lpstr>DynamoDB Streams</vt:lpstr>
      <vt:lpstr> Accessing DynamoDB and DynamoDB Streams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Module-4</dc:title>
  <dc:creator>Admin</dc:creator>
  <cp:lastModifiedBy>Pradeep Krishnadoss</cp:lastModifiedBy>
  <cp:revision>16</cp:revision>
  <dcterms:created xsi:type="dcterms:W3CDTF">2024-09-09T03:18:20Z</dcterms:created>
  <dcterms:modified xsi:type="dcterms:W3CDTF">2025-08-28T03:08:47Z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0x01010071C578558CBD2848A6764E8E61586938</vt:lpwstr>
  </property>
</Properties>
</file>