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70" r:id="rId7"/>
    <p:sldId id="271" r:id="rId8"/>
    <p:sldId id="265" r:id="rId9"/>
    <p:sldId id="266" r:id="rId10"/>
    <p:sldId id="267" r:id="rId11"/>
    <p:sldId id="268" r:id="rId12"/>
    <p:sldId id="269" r:id="rId13"/>
    <p:sldId id="260" r:id="rId14"/>
    <p:sldId id="26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eep Krishnadoss" userId="0f0e1dbbbd1daf0c" providerId="LiveId" clId="{91010B98-8F3F-47D8-8750-5A20EE50A4DF}"/>
    <pc:docChg chg="modSld">
      <pc:chgData name="Pradeep Krishnadoss" userId="0f0e1dbbbd1daf0c" providerId="LiveId" clId="{91010B98-8F3F-47D8-8750-5A20EE50A4DF}" dt="2025-11-03T04:48:46.397" v="0" actId="207"/>
      <pc:docMkLst>
        <pc:docMk/>
      </pc:docMkLst>
      <pc:sldChg chg="modSp mod">
        <pc:chgData name="Pradeep Krishnadoss" userId="0f0e1dbbbd1daf0c" providerId="LiveId" clId="{91010B98-8F3F-47D8-8750-5A20EE50A4DF}" dt="2025-11-03T04:48:46.397" v="0" actId="207"/>
        <pc:sldMkLst>
          <pc:docMk/>
          <pc:sldMk cId="758323264" sldId="257"/>
        </pc:sldMkLst>
        <pc:spChg chg="mod">
          <ac:chgData name="Pradeep Krishnadoss" userId="0f0e1dbbbd1daf0c" providerId="LiveId" clId="{91010B98-8F3F-47D8-8750-5A20EE50A4DF}" dt="2025-11-03T04:48:46.397" v="0" actId="207"/>
          <ac:spMkLst>
            <pc:docMk/>
            <pc:sldMk cId="758323264" sldId="25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A8DC481-CCA2-4814-B828-1FFBCD611900}"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2860390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8DC481-CCA2-4814-B828-1FFBCD611900}"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3377453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8DC481-CCA2-4814-B828-1FFBCD611900}"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2497643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A8DC481-CCA2-4814-B828-1FFBCD611900}"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154832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A8DC481-CCA2-4814-B828-1FFBCD611900}"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36979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A8DC481-CCA2-4814-B828-1FFBCD611900}"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94263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8DC481-CCA2-4814-B828-1FFBCD611900}"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1677531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8DC481-CCA2-4814-B828-1FFBCD611900}"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1722669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8DC481-CCA2-4814-B828-1FFBCD611900}"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2615885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8DC481-CCA2-4814-B828-1FFBCD611900}"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55074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8DC481-CCA2-4814-B828-1FFBCD611900}"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47C21E-7887-4C0B-BDC6-FCDE5A010121}" type="slidenum">
              <a:rPr lang="en-IN" smtClean="0"/>
              <a:t>‹#›</a:t>
            </a:fld>
            <a:endParaRPr lang="en-IN"/>
          </a:p>
        </p:txBody>
      </p:sp>
    </p:spTree>
    <p:extLst>
      <p:ext uri="{BB962C8B-B14F-4D97-AF65-F5344CB8AC3E}">
        <p14:creationId xmlns:p14="http://schemas.microsoft.com/office/powerpoint/2010/main" val="3037351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8DC481-CCA2-4814-B828-1FFBCD611900}" type="datetimeFigureOut">
              <a:rPr lang="en-IN" smtClean="0"/>
              <a:t>03-11-2025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47C21E-7887-4C0B-BDC6-FCDE5A010121}" type="slidenum">
              <a:rPr lang="en-IN" smtClean="0"/>
              <a:t>‹#›</a:t>
            </a:fld>
            <a:endParaRPr lang="en-IN"/>
          </a:p>
        </p:txBody>
      </p:sp>
    </p:spTree>
    <p:extLst>
      <p:ext uri="{BB962C8B-B14F-4D97-AF65-F5344CB8AC3E}">
        <p14:creationId xmlns:p14="http://schemas.microsoft.com/office/powerpoint/2010/main" val="1427392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Module-8 AWS Migration and Hybrid Architecture </a:t>
            </a:r>
            <a:r>
              <a:rPr lang="en-US" dirty="0"/>
              <a:t>	</a:t>
            </a:r>
            <a:br>
              <a:rPr lang="en-US" dirty="0"/>
            </a:br>
            <a:endParaRPr lang="en-IN" dirty="0"/>
          </a:p>
        </p:txBody>
      </p:sp>
      <p:sp>
        <p:nvSpPr>
          <p:cNvPr id="5" name="Content Placeholder 4"/>
          <p:cNvSpPr>
            <a:spLocks noGrp="1"/>
          </p:cNvSpPr>
          <p:nvPr>
            <p:ph idx="1"/>
          </p:nvPr>
        </p:nvSpPr>
        <p:spPr/>
        <p:txBody>
          <a:bodyPr/>
          <a:lstStyle/>
          <a:p>
            <a:r>
              <a:rPr lang="en-IN" dirty="0"/>
              <a:t>AWS Migration and Hybrid Architecture,</a:t>
            </a:r>
          </a:p>
          <a:p>
            <a:r>
              <a:rPr lang="en-IN" dirty="0"/>
              <a:t> AWS Database Migration Service (DMS)</a:t>
            </a:r>
          </a:p>
          <a:p>
            <a:r>
              <a:rPr lang="en-IN" dirty="0"/>
              <a:t> AWS Server Migration Service (SMS)</a:t>
            </a:r>
          </a:p>
          <a:p>
            <a:r>
              <a:rPr lang="en-IN" dirty="0"/>
              <a:t> AWS Snowball</a:t>
            </a:r>
          </a:p>
          <a:p>
            <a:r>
              <a:rPr lang="en-IN" dirty="0"/>
              <a:t> AWS Snowball Edge</a:t>
            </a:r>
          </a:p>
          <a:p>
            <a:r>
              <a:rPr lang="en-IN" dirty="0"/>
              <a:t>AWS Snowmobile 	</a:t>
            </a:r>
          </a:p>
          <a:p>
            <a:endParaRPr lang="en-IN" dirty="0"/>
          </a:p>
        </p:txBody>
      </p:sp>
    </p:spTree>
    <p:extLst>
      <p:ext uri="{BB962C8B-B14F-4D97-AF65-F5344CB8AC3E}">
        <p14:creationId xmlns:p14="http://schemas.microsoft.com/office/powerpoint/2010/main" val="1955230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AWS Migration</a:t>
            </a:r>
          </a:p>
        </p:txBody>
      </p:sp>
      <p:sp>
        <p:nvSpPr>
          <p:cNvPr id="3" name="Content Placeholder 2"/>
          <p:cNvSpPr>
            <a:spLocks noGrp="1"/>
          </p:cNvSpPr>
          <p:nvPr>
            <p:ph idx="1"/>
          </p:nvPr>
        </p:nvSpPr>
        <p:spPr/>
        <p:txBody>
          <a:bodyPr/>
          <a:lstStyle/>
          <a:p>
            <a:pPr algn="just"/>
            <a:r>
              <a:rPr lang="en-US" dirty="0"/>
              <a:t>Migration involves moving </a:t>
            </a:r>
            <a:r>
              <a:rPr lang="en-US" dirty="0">
                <a:solidFill>
                  <a:srgbClr val="FF0000"/>
                </a:solidFill>
              </a:rPr>
              <a:t>workloads, applications, and data from on-premises environments or other cloud providers </a:t>
            </a:r>
            <a:r>
              <a:rPr lang="en-US" dirty="0"/>
              <a:t>to AWS. </a:t>
            </a:r>
          </a:p>
          <a:p>
            <a:pPr algn="just"/>
            <a:r>
              <a:rPr lang="en-US" dirty="0"/>
              <a:t>Given the benefits of </a:t>
            </a:r>
            <a:r>
              <a:rPr lang="en-US" dirty="0">
                <a:solidFill>
                  <a:srgbClr val="FF0000"/>
                </a:solidFill>
              </a:rPr>
              <a:t>scalability, flexibility, and managed services</a:t>
            </a:r>
            <a:r>
              <a:rPr lang="en-US" dirty="0"/>
              <a:t>, AWS migration is often strategic for fast-growing businesses</a:t>
            </a:r>
            <a:endParaRPr lang="en-IN" dirty="0"/>
          </a:p>
        </p:txBody>
      </p:sp>
    </p:spTree>
    <p:extLst>
      <p:ext uri="{BB962C8B-B14F-4D97-AF65-F5344CB8AC3E}">
        <p14:creationId xmlns:p14="http://schemas.microsoft.com/office/powerpoint/2010/main" val="75832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migration process typically follows these phases:</a:t>
            </a:r>
          </a:p>
          <a:p>
            <a:r>
              <a:rPr lang="en-IN" dirty="0"/>
              <a:t>Assessment</a:t>
            </a:r>
          </a:p>
          <a:p>
            <a:r>
              <a:rPr lang="en-IN" dirty="0"/>
              <a:t>Planning</a:t>
            </a:r>
          </a:p>
          <a:p>
            <a:r>
              <a:rPr lang="en-IN" dirty="0"/>
              <a:t>Migration Options</a:t>
            </a:r>
          </a:p>
          <a:p>
            <a:r>
              <a:rPr lang="en-IN" dirty="0"/>
              <a:t>Execution:</a:t>
            </a:r>
          </a:p>
          <a:p>
            <a:r>
              <a:rPr lang="en-IN" dirty="0"/>
              <a:t>Optimization</a:t>
            </a:r>
          </a:p>
        </p:txBody>
      </p:sp>
    </p:spTree>
    <p:extLst>
      <p:ext uri="{BB962C8B-B14F-4D97-AF65-F5344CB8AC3E}">
        <p14:creationId xmlns:p14="http://schemas.microsoft.com/office/powerpoint/2010/main" val="415646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Architecture</a:t>
            </a:r>
          </a:p>
        </p:txBody>
      </p:sp>
      <p:sp>
        <p:nvSpPr>
          <p:cNvPr id="3" name="Content Placeholder 2"/>
          <p:cNvSpPr>
            <a:spLocks noGrp="1"/>
          </p:cNvSpPr>
          <p:nvPr>
            <p:ph idx="1"/>
          </p:nvPr>
        </p:nvSpPr>
        <p:spPr/>
        <p:txBody>
          <a:bodyPr/>
          <a:lstStyle/>
          <a:p>
            <a:r>
              <a:rPr lang="en-US" dirty="0"/>
              <a:t>A hybrid architecture combines on-premises infrastructure with AWS cloud resources, allowing businesses to operate seamlessly across environments.</a:t>
            </a:r>
            <a:endParaRPr lang="en-IN" dirty="0"/>
          </a:p>
        </p:txBody>
      </p:sp>
    </p:spTree>
    <p:extLst>
      <p:ext uri="{BB962C8B-B14F-4D97-AF65-F5344CB8AC3E}">
        <p14:creationId xmlns:p14="http://schemas.microsoft.com/office/powerpoint/2010/main" val="3425645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AWS Database Migration Service (DMS)</a:t>
            </a:r>
            <a:br>
              <a:rPr lang="en-IN" dirty="0"/>
            </a:b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095656"/>
            <a:ext cx="8229600" cy="353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7229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Server Migration Service</a:t>
            </a:r>
            <a:endParaRPr lang="en-IN" dirty="0"/>
          </a:p>
        </p:txBody>
      </p:sp>
      <p:sp>
        <p:nvSpPr>
          <p:cNvPr id="3" name="Content Placeholder 2"/>
          <p:cNvSpPr>
            <a:spLocks noGrp="1"/>
          </p:cNvSpPr>
          <p:nvPr>
            <p:ph idx="1"/>
          </p:nvPr>
        </p:nvSpPr>
        <p:spPr/>
        <p:txBody>
          <a:bodyPr/>
          <a:lstStyle/>
          <a:p>
            <a:r>
              <a:rPr lang="en-US" dirty="0"/>
              <a:t>AWS Server Migration Service (SMS) is a powerful, agentless service designed to simplify and automate the migration of on-premises servers to AWS. With AWS SMS, you can migrate virtual machines (VMs) from VMware, Microsoft Hyper-V/SCVMM, and other on-premises environments directly to AWS without needing agents on each server.</a:t>
            </a:r>
            <a:endParaRPr lang="en-IN" dirty="0"/>
          </a:p>
        </p:txBody>
      </p:sp>
    </p:spTree>
    <p:extLst>
      <p:ext uri="{BB962C8B-B14F-4D97-AF65-F5344CB8AC3E}">
        <p14:creationId xmlns:p14="http://schemas.microsoft.com/office/powerpoint/2010/main" val="3287432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b="1" dirty="0"/>
              <a:t>Key Features</a:t>
            </a:r>
          </a:p>
          <a:p>
            <a:r>
              <a:rPr lang="en-US" b="1" dirty="0"/>
              <a:t>Incremental Replication</a:t>
            </a:r>
            <a:r>
              <a:rPr lang="en-US" dirty="0"/>
              <a:t>: AWS SMS supports incremental, scheduled replications, allowing you to migrate servers in stages. This approach reduces downtime and enables smoother migration, especially for large applications.</a:t>
            </a:r>
          </a:p>
          <a:p>
            <a:r>
              <a:rPr lang="en-US" b="1" dirty="0"/>
              <a:t>Agentless Migration</a:t>
            </a:r>
            <a:r>
              <a:rPr lang="en-US" dirty="0"/>
              <a:t>: AWS SMS does not require installation of agents, which makes it easier to set up and avoids potential compatibility issues.</a:t>
            </a:r>
          </a:p>
          <a:p>
            <a:r>
              <a:rPr lang="en-US" b="1" dirty="0"/>
              <a:t>Compatibility</a:t>
            </a:r>
            <a:r>
              <a:rPr lang="en-US" dirty="0"/>
              <a:t>: It works with different hypervisors like VMware, Hyper-V, and Azure VMs, making it versatile for migrating various workloads.</a:t>
            </a:r>
          </a:p>
          <a:p>
            <a:r>
              <a:rPr lang="en-US" b="1" dirty="0"/>
              <a:t>Automated Orchestration</a:t>
            </a:r>
            <a:r>
              <a:rPr lang="en-US" dirty="0"/>
              <a:t>: AWS SMS automates the migration process with scheduling, so migrations can happen during off-peak hours with minimal disruption.</a:t>
            </a:r>
          </a:p>
          <a:p>
            <a:r>
              <a:rPr lang="en-US" b="1" dirty="0"/>
              <a:t>Supports Multi-Server Migration</a:t>
            </a:r>
            <a:r>
              <a:rPr lang="en-US" dirty="0"/>
              <a:t>: It enables you to create a group of servers to migrate together, which is especially helpful for applications with multiple servers that need to move at once.</a:t>
            </a:r>
          </a:p>
          <a:p>
            <a:endParaRPr lang="en-IN" dirty="0"/>
          </a:p>
        </p:txBody>
      </p:sp>
    </p:spTree>
    <p:extLst>
      <p:ext uri="{BB962C8B-B14F-4D97-AF65-F5344CB8AC3E}">
        <p14:creationId xmlns:p14="http://schemas.microsoft.com/office/powerpoint/2010/main" val="237779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8623" y="2434358"/>
            <a:ext cx="5886753" cy="2857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8557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3076" y="2377205"/>
            <a:ext cx="5797848" cy="297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6721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3076" y="2377205"/>
            <a:ext cx="5797848" cy="297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9306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AWS Snowball Edge</a:t>
            </a:r>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2420888"/>
            <a:ext cx="5760639" cy="2197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9491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Snowmobile</a:t>
            </a:r>
            <a:endParaRPr lang="en-IN"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7165" y="2497861"/>
            <a:ext cx="6229670" cy="273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564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solidFill>
                  <a:srgbClr val="FF0000"/>
                </a:solidFill>
              </a:rPr>
              <a:t>AWS Snow Family services</a:t>
            </a:r>
            <a:r>
              <a:rPr lang="en-US" dirty="0"/>
              <a:t>—AWS Snowball, AWS Snowball Edge, and AWS Snowmobile—are designed to help transfer large amounts of data to and from AWS in situations where network connectivity might be slow, costly, or unreliable.</a:t>
            </a:r>
            <a:endParaRPr lang="en-IN" dirty="0"/>
          </a:p>
        </p:txBody>
      </p:sp>
    </p:spTree>
    <p:extLst>
      <p:ext uri="{BB962C8B-B14F-4D97-AF65-F5344CB8AC3E}">
        <p14:creationId xmlns:p14="http://schemas.microsoft.com/office/powerpoint/2010/main" val="2548414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AWS Snowball</a:t>
            </a:r>
            <a:r>
              <a:rPr lang="en-IN" dirty="0"/>
              <a:t>: Moving 80 TB of archived video footage from an office to AWS for long-term storage.</a:t>
            </a:r>
          </a:p>
          <a:p>
            <a:r>
              <a:rPr lang="en-IN" b="1" dirty="0"/>
              <a:t>AWS Snowball Edge</a:t>
            </a:r>
            <a:r>
              <a:rPr lang="en-IN" dirty="0"/>
              <a:t>: Collecting and </a:t>
            </a:r>
            <a:r>
              <a:rPr lang="en-IN" dirty="0" err="1"/>
              <a:t>analyzing</a:t>
            </a:r>
            <a:r>
              <a:rPr lang="en-IN" dirty="0"/>
              <a:t> sensor data on an offshore oil rig, then uploading processed data to </a:t>
            </a:r>
            <a:r>
              <a:rPr lang="en-IN"/>
              <a:t>AWS.</a:t>
            </a:r>
          </a:p>
          <a:p>
            <a:r>
              <a:rPr lang="en-IN" b="1"/>
              <a:t>AWS </a:t>
            </a:r>
            <a:r>
              <a:rPr lang="en-IN" b="1" dirty="0"/>
              <a:t>Snowmobile</a:t>
            </a:r>
            <a:r>
              <a:rPr lang="en-IN" dirty="0"/>
              <a:t>: Migrating an entire 80 PB data </a:t>
            </a:r>
            <a:r>
              <a:rPr lang="en-IN" dirty="0" err="1"/>
              <a:t>center</a:t>
            </a:r>
            <a:r>
              <a:rPr lang="en-IN" dirty="0"/>
              <a:t> to AWS for cloud modernization.</a:t>
            </a:r>
          </a:p>
        </p:txBody>
      </p:sp>
    </p:spTree>
    <p:extLst>
      <p:ext uri="{BB962C8B-B14F-4D97-AF65-F5344CB8AC3E}">
        <p14:creationId xmlns:p14="http://schemas.microsoft.com/office/powerpoint/2010/main" val="145254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C578558CBD2848A6764E8E61586938" ma:contentTypeVersion="3" ma:contentTypeDescription="Create a new document." ma:contentTypeScope="" ma:versionID="19a11cbf9c27587034bf8e225f716c3d">
  <xsd:schema xmlns:xsd="http://www.w3.org/2001/XMLSchema" xmlns:xs="http://www.w3.org/2001/XMLSchema" xmlns:p="http://schemas.microsoft.com/office/2006/metadata/properties" xmlns:ns2="22c1bb43-8269-4db6-b87f-a523301c0ac8" targetNamespace="http://schemas.microsoft.com/office/2006/metadata/properties" ma:root="true" ma:fieldsID="13feb986d609fb5b11d16ae7e0288e6e" ns2:_="">
    <xsd:import namespace="22c1bb43-8269-4db6-b87f-a523301c0ac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1bb43-8269-4db6-b87f-a523301c0a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BA4D5B-FDCB-4AD7-A7CC-78F62B649C24}"/>
</file>

<file path=customXml/itemProps2.xml><?xml version="1.0" encoding="utf-8"?>
<ds:datastoreItem xmlns:ds="http://schemas.openxmlformats.org/officeDocument/2006/customXml" ds:itemID="{B0AE66AB-00B1-408B-98D2-02B6A8D90D1B}"/>
</file>

<file path=customXml/itemProps3.xml><?xml version="1.0" encoding="utf-8"?>
<ds:datastoreItem xmlns:ds="http://schemas.openxmlformats.org/officeDocument/2006/customXml" ds:itemID="{2C489D5A-A3F4-429C-A428-4905DD2D4AEE}"/>
</file>

<file path=docProps/app.xml><?xml version="1.0" encoding="utf-8"?>
<Properties xmlns="http://schemas.openxmlformats.org/officeDocument/2006/extended-properties" xmlns:vt="http://schemas.openxmlformats.org/officeDocument/2006/docPropsVTypes">
  <TotalTime>146</TotalTime>
  <Words>435</Words>
  <Application>Microsoft Office PowerPoint</Application>
  <PresentationFormat>On-screen Show (4:3)</PresentationFormat>
  <Paragraphs>33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Module-8 AWS Migration and Hybrid Architecture   </vt:lpstr>
      <vt:lpstr>AWS Migration</vt:lpstr>
      <vt:lpstr>PowerPoint Presentation</vt:lpstr>
      <vt:lpstr>Hybrid Architecture</vt:lpstr>
      <vt:lpstr> AWS Database Migration Service (DMS) </vt:lpstr>
      <vt:lpstr>AWS Server Migration Service</vt:lpstr>
      <vt:lpstr>PowerPoint Presentation</vt:lpstr>
      <vt:lpstr>PowerPoint Presentation</vt:lpstr>
      <vt:lpstr>PowerPoint Presentation</vt:lpstr>
      <vt:lpstr>PowerPoint Presentation</vt:lpstr>
      <vt:lpstr>AWS Snowball Edge</vt:lpstr>
      <vt:lpstr>AWS Snowmobile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Module-8 AWS Migration and Hybrid Architecture</dc:title>
  <dc:creator>Admin</dc:creator>
  <cp:lastModifiedBy>Pradeep Krishnadoss</cp:lastModifiedBy>
  <cp:revision>7</cp:revision>
  <dcterms:created xsi:type="dcterms:W3CDTF">2024-11-07T02:36:41Z</dcterms:created>
  <dcterms:modified xsi:type="dcterms:W3CDTF">2025-11-03T04:48:55Z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0x01010071C578558CBD2848A6764E8E61586938</vt:lpwstr>
  </property>
</Properties>
</file>